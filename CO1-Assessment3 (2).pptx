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0989A0-00D9-4431-8E94-8BB3E4586BB4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C466AD-A2D5-447F-A332-FF7BD7DF12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24200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C466AD-A2D5-447F-A332-FF7BD7DF1232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76430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3B84C8-39AC-6F90-26DF-D9916861F8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566456-A02A-6E30-F555-FA0537FC7F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EDE759-D315-9418-8F29-9027BBCCDE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B754E3-1FE1-4EB0-879A-A83FD77FCB6D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517B32-DF48-FFA9-2B99-7D078B4A14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5F4183-D3A3-4C99-608F-86071A6231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7EA3A6-EF61-4D05-93ED-5D411B7CB5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69269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D37D91-5115-C281-E264-F61F646F61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074AE8-CF8C-8B42-B074-F9F55E5289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1093AA-FA70-F59B-6D50-C4D6EEDA6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B754E3-1FE1-4EB0-879A-A83FD77FCB6D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76879A-143E-BB55-E375-E6A1F60FB8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AEB8F8-7ECA-5A0B-3FC7-3CAE2C3C0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7EA3A6-EF61-4D05-93ED-5D411B7CB5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9420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DAF76B-E2AC-D4BC-ADDE-22A45260D0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20981C-80F9-1585-3A32-3CC613B50A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4CB646-6237-A024-93E7-EE5BA096E3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B754E3-1FE1-4EB0-879A-A83FD77FCB6D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A46A62-7F3A-24D1-CDEE-921A37959A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D477B3-973D-0C06-BA77-C7C47F991B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7EA3A6-EF61-4D05-93ED-5D411B7CB5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25097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6E95FE-624A-4C9A-99C3-D920B009A6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759A49-6E5B-DA30-88A2-4B35B394A5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F74755-97CB-E3BD-F270-EDEFA5A2D3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15201C-4BF2-29FB-C314-2A814F4DCC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B754E3-1FE1-4EB0-879A-A83FD77FCB6D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CA6C22-5E96-21E6-C938-9E87D80616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F3CFAD-D427-D074-FA55-0B4237C25B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7EA3A6-EF61-4D05-93ED-5D411B7CB5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27311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9479D5-27FA-047A-EB3F-C6354D352A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081542-E784-AADA-092F-FFDA52F3F5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3CF2CB-DA55-A6D9-3557-23522400D1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E414431-A803-FFB8-632C-798DB3F6B3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98DE7D5-20D5-9213-8FDB-2C280CE6C42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B3F55D8-8ADB-26EB-97B8-8D10F30EDB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B754E3-1FE1-4EB0-879A-A83FD77FCB6D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C066140-67D0-9EF6-96CB-ABFF58652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855121D-1986-C10B-0054-757B735D60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7EA3A6-EF61-4D05-93ED-5D411B7CB5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918090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D1334A-9611-79D1-B0BF-D613A1236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650246-FF20-17DF-3E3A-67A790BC8D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B754E3-1FE1-4EB0-879A-A83FD77FCB6D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C1DC51-C215-6538-39DB-6E0E5B3A1A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37841B-C48A-3546-4259-95910B0C67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7EA3A6-EF61-4D05-93ED-5D411B7CB5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3817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60ED6BF-CF42-FCCF-460D-44016F882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B754E3-1FE1-4EB0-879A-A83FD77FCB6D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00EFEC-8CD6-DA63-F420-3179F163C5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9DEAD4-281B-617E-E028-E2C9FFBBD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7EA3A6-EF61-4D05-93ED-5D411B7CB5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34926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ABE93F-2248-B5C3-71DC-72D29B73D3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E750D8-1942-C0BE-86F6-8F72C43C08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19A6BD-EE82-E8BB-700C-2FF68414F8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3DD40E-8F50-69A6-4D91-97FECE5BC8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B754E3-1FE1-4EB0-879A-A83FD77FCB6D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CC0941-CC67-7A0E-6ACB-D34FD982D1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9C573B-EF1A-FD61-AA0A-A5DD4EBCD7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7EA3A6-EF61-4D05-93ED-5D411B7CB5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87194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AD9A81-0072-07B0-0B9C-CAE59CBC16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B8532BD-8777-E149-E9C9-629A2AD493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28C58D-60C0-B3F4-7432-FFADD01C52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EB40F8-2474-0C96-CF61-142D3AF195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B754E3-1FE1-4EB0-879A-A83FD77FCB6D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18276A-D397-8BD1-9FA5-4EA9537B45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6FDCCE-6E0D-5A37-DF32-D95C347EC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7EA3A6-EF61-4D05-93ED-5D411B7CB5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09654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C37AE8-D395-7A28-7A78-A98947DE72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9202E6-0637-F221-1C51-47245224B1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F04D64-A701-9DA7-BAF3-8F0D09EE1B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B754E3-1FE1-4EB0-879A-A83FD77FCB6D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74327A-2D45-1092-73C5-F77E873D6F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A51FDB-4A1A-418F-944C-A051A3A420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7EA3A6-EF61-4D05-93ED-5D411B7CB5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37241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8379833-3338-13BC-060B-C72FD5CD26E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7CCC12-E195-B39F-30DF-C9A37DD2A8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9F5CDB-6502-1E4A-A676-7994BF6101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B754E3-1FE1-4EB0-879A-A83FD77FCB6D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C41ECD-B47C-5761-49E5-58BE905C96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3E334C-58AC-D89F-9501-7EBB18E3BD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7EA3A6-EF61-4D05-93ED-5D411B7CB5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69064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E3CEB6-BA08-E620-A19B-AE9E168FA4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CD5871-8795-8254-55C2-6CF71D910A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875160-FE56-9E54-512F-EE3E7716E1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B754E3-1FE1-4EB0-879A-A83FD77FCB6D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CBBE8D-CDF8-351E-4EF1-0476A6BDE5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5AEB52-AC9C-8D91-7A27-58FECBBA2A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7EA3A6-EF61-4D05-93ED-5D411B7CB5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41654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D69F992-0D1B-CC66-E2DD-863CCCBCF73C}"/>
              </a:ext>
            </a:extLst>
          </p:cNvPr>
          <p:cNvSpPr txBox="1"/>
          <p:nvPr/>
        </p:nvSpPr>
        <p:spPr>
          <a:xfrm>
            <a:off x="963561" y="2767793"/>
            <a:ext cx="1006823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Satellite Internet Communication Using OSI Layers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56B4B3B-425A-EDBA-2C82-3386529D2A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652" y="251863"/>
            <a:ext cx="11796696" cy="155965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C6679C0-5FC3-D661-AE3E-E66EAB286879}"/>
              </a:ext>
            </a:extLst>
          </p:cNvPr>
          <p:cNvSpPr txBox="1"/>
          <p:nvPr/>
        </p:nvSpPr>
        <p:spPr>
          <a:xfrm>
            <a:off x="3421625" y="3923609"/>
            <a:ext cx="51521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CSA0702 - Computer Networks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4184065-518D-00D5-4715-8F53D419FB74}"/>
              </a:ext>
            </a:extLst>
          </p:cNvPr>
          <p:cNvSpPr txBox="1"/>
          <p:nvPr/>
        </p:nvSpPr>
        <p:spPr>
          <a:xfrm>
            <a:off x="7914968" y="5181600"/>
            <a:ext cx="345112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</a:t>
            </a:r>
          </a:p>
          <a:p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M.Madhulika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(192472188)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CSE-AI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02617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3D54EE6-596C-34C5-CB91-1C2234D9E3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652" y="251863"/>
            <a:ext cx="11796696" cy="155965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34DF2E7-97B8-CB9F-D937-840A1C4729CA}"/>
              </a:ext>
            </a:extLst>
          </p:cNvPr>
          <p:cNvSpPr txBox="1"/>
          <p:nvPr/>
        </p:nvSpPr>
        <p:spPr>
          <a:xfrm>
            <a:off x="631723" y="2124581"/>
            <a:ext cx="10284542" cy="46474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Satellite Internet</a:t>
            </a:r>
          </a:p>
          <a:p>
            <a:pPr algn="ctr"/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b="1" dirty="0"/>
              <a:t>What is Satellite Internet?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Internet service provided through communication satellites.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Connects users in remote and rural areas.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Uses satellites instead of </a:t>
            </a:r>
            <a:r>
              <a:rPr lang="en-IN" sz="2400" dirty="0" err="1"/>
              <a:t>fiber</a:t>
            </a:r>
            <a:r>
              <a:rPr lang="en-IN" sz="2400" dirty="0"/>
              <a:t> or cable.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Enables global connectivity. </a:t>
            </a:r>
          </a:p>
          <a:p>
            <a:r>
              <a:rPr lang="en-IN" sz="2400" b="1" dirty="0"/>
              <a:t>Components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User Terminal (Satellite Dish)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Satellite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Ground Station (Gateway)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Internet Service Provider (ISP)</a:t>
            </a:r>
          </a:p>
        </p:txBody>
      </p:sp>
    </p:spTree>
    <p:extLst>
      <p:ext uri="{BB962C8B-B14F-4D97-AF65-F5344CB8AC3E}">
        <p14:creationId xmlns:p14="http://schemas.microsoft.com/office/powerpoint/2010/main" val="26239181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3EC6243-CA2F-3759-DC51-8C6E8C60AE0A}"/>
              </a:ext>
            </a:extLst>
          </p:cNvPr>
          <p:cNvSpPr txBox="1"/>
          <p:nvPr/>
        </p:nvSpPr>
        <p:spPr>
          <a:xfrm>
            <a:off x="675265" y="2623095"/>
            <a:ext cx="10205884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the OSI Model</a:t>
            </a:r>
          </a:p>
          <a:p>
            <a:pPr algn="ctr"/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b="1" dirty="0"/>
              <a:t>OSI (Open Systems Interconnection) Model</a:t>
            </a:r>
          </a:p>
          <a:p>
            <a:endParaRPr lang="en-IN" sz="24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Standard model for network communication.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Consists of </a:t>
            </a:r>
            <a:r>
              <a:rPr lang="en-IN" sz="2400" b="1" dirty="0"/>
              <a:t>7 layers</a:t>
            </a:r>
            <a:r>
              <a:rPr lang="en-IN" sz="2400" dirty="0"/>
              <a:t>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Each layer performs a specific function.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Ensures communication between different devices.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C9590AB-6AD7-328E-FF66-0E96F5536A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652" y="251863"/>
            <a:ext cx="11796696" cy="1559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39852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4A7EEE6-8044-2E47-9E82-4DFD3583EE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652" y="251863"/>
            <a:ext cx="11796696" cy="1559656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B0AA31A2-6A20-01E0-F8F8-34DAC23CF141}"/>
              </a:ext>
            </a:extLst>
          </p:cNvPr>
          <p:cNvSpPr txBox="1"/>
          <p:nvPr/>
        </p:nvSpPr>
        <p:spPr>
          <a:xfrm>
            <a:off x="2548661" y="2259764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OSI Layers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47F3538-901F-C454-91BE-C536F98F85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58" y="2721429"/>
            <a:ext cx="12083142" cy="4136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47761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9FB4B22-E64F-6D55-B569-9D4AA0B6D8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652" y="251863"/>
            <a:ext cx="11796696" cy="1559656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A93B2FF-40DF-DF0A-2D9B-78C8512CAB50}"/>
              </a:ext>
            </a:extLst>
          </p:cNvPr>
          <p:cNvSpPr txBox="1"/>
          <p:nvPr/>
        </p:nvSpPr>
        <p:spPr>
          <a:xfrm>
            <a:off x="1338942" y="2070051"/>
            <a:ext cx="8402366" cy="39087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Flow in Satellite Communication</a:t>
            </a:r>
          </a:p>
          <a:p>
            <a:pPr algn="ctr"/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b="1" dirty="0"/>
              <a:t>Communication Process</a:t>
            </a:r>
          </a:p>
          <a:p>
            <a:endParaRPr lang="en-IN" sz="24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User sends data.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Data passes through the OSI layers.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Satellite dish transmits signals.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Satellite relays data to the ground station.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Ground station connects to the Internet.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Response follows the same path back.</a:t>
            </a:r>
          </a:p>
        </p:txBody>
      </p:sp>
    </p:spTree>
    <p:extLst>
      <p:ext uri="{BB962C8B-B14F-4D97-AF65-F5344CB8AC3E}">
        <p14:creationId xmlns:p14="http://schemas.microsoft.com/office/powerpoint/2010/main" val="30962398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ECAB39A-0EB2-412B-FA27-21ECE90B0C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652" y="251863"/>
            <a:ext cx="11796696" cy="155965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85BB2C9-07DE-9413-D3FA-51CF0A6A9207}"/>
              </a:ext>
            </a:extLst>
          </p:cNvPr>
          <p:cNvSpPr txBox="1"/>
          <p:nvPr/>
        </p:nvSpPr>
        <p:spPr>
          <a:xfrm>
            <a:off x="1012371" y="2648324"/>
            <a:ext cx="9666163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800" b="1" dirty="0"/>
              <a:t>Advantages and Challenges</a:t>
            </a:r>
          </a:p>
          <a:p>
            <a:pPr algn="ctr"/>
            <a:r>
              <a:rPr lang="en-IN" sz="2800" b="1" dirty="0"/>
              <a:t>Advantages</a:t>
            </a:r>
          </a:p>
          <a:p>
            <a:pPr algn="ctr"/>
            <a:endParaRPr lang="en-IN" sz="2800" b="1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400" dirty="0"/>
              <a:t>Global coverage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400" dirty="0"/>
              <a:t>Suitable for remote locations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400" dirty="0"/>
              <a:t>Quick deployment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400" dirty="0"/>
              <a:t>Supports emergency communication</a:t>
            </a:r>
          </a:p>
        </p:txBody>
      </p:sp>
    </p:spTree>
    <p:extLst>
      <p:ext uri="{BB962C8B-B14F-4D97-AF65-F5344CB8AC3E}">
        <p14:creationId xmlns:p14="http://schemas.microsoft.com/office/powerpoint/2010/main" val="267930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F17A42C-0830-D355-4C0E-AF6A9135B0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652" y="251863"/>
            <a:ext cx="11796696" cy="155965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7C2E1AF-50B4-7999-5E8E-0A8B87BB22B4}"/>
              </a:ext>
            </a:extLst>
          </p:cNvPr>
          <p:cNvSpPr txBox="1"/>
          <p:nvPr/>
        </p:nvSpPr>
        <p:spPr>
          <a:xfrm>
            <a:off x="1253614" y="2129340"/>
            <a:ext cx="8412900" cy="41603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  <a:p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/>
              <a:t>Faster internet with </a:t>
            </a:r>
            <a:r>
              <a:rPr lang="en-IN" sz="2400" b="1" dirty="0"/>
              <a:t>LEO satellites.</a:t>
            </a:r>
            <a:endParaRPr lang="en-IN" sz="24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/>
              <a:t>Lower latency for better performance.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/>
              <a:t>Improved global internet coverage.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/>
              <a:t>Support for </a:t>
            </a:r>
            <a:r>
              <a:rPr lang="en-IN" sz="2400" b="1" dirty="0"/>
              <a:t>6G</a:t>
            </a:r>
            <a:r>
              <a:rPr lang="en-IN" sz="2400" dirty="0"/>
              <a:t> networks.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/>
              <a:t>Better connectivity for remote areas.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/>
              <a:t>Growth of </a:t>
            </a:r>
            <a:r>
              <a:rPr lang="en-IN" sz="2400" b="1" dirty="0"/>
              <a:t>IoT</a:t>
            </a:r>
            <a:r>
              <a:rPr lang="en-IN" sz="2400" dirty="0"/>
              <a:t> and smart devices.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72603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E4255AC-EFD1-B672-28A6-FCC40A6EE8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652" y="251863"/>
            <a:ext cx="11796696" cy="155965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F04C244-E45D-F772-2B88-85E8C595A9C1}"/>
              </a:ext>
            </a:extLst>
          </p:cNvPr>
          <p:cNvSpPr txBox="1"/>
          <p:nvPr/>
        </p:nvSpPr>
        <p:spPr>
          <a:xfrm>
            <a:off x="4714568" y="2204572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AEC68FC-20D1-78DA-AE96-16C4B24CB112}"/>
              </a:ext>
            </a:extLst>
          </p:cNvPr>
          <p:cNvSpPr txBox="1"/>
          <p:nvPr/>
        </p:nvSpPr>
        <p:spPr>
          <a:xfrm>
            <a:off x="599768" y="2855084"/>
            <a:ext cx="10960861" cy="3363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/>
              <a:t>Satellite Internet provides connectivity where traditional networks are unavailable.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/>
              <a:t>The </a:t>
            </a:r>
            <a:r>
              <a:rPr lang="en-IN" sz="2400" b="1" dirty="0"/>
              <a:t>OSI Model</a:t>
            </a:r>
            <a:r>
              <a:rPr lang="en-IN" sz="2400" dirty="0"/>
              <a:t> organizes communication into seven layers.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/>
              <a:t>Each layer contributes to secure and reliable data transmission.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/>
              <a:t>Together, Satellite Internet and the OSI Model enable efficient global communication.</a:t>
            </a:r>
          </a:p>
        </p:txBody>
      </p:sp>
    </p:spTree>
    <p:extLst>
      <p:ext uri="{BB962C8B-B14F-4D97-AF65-F5344CB8AC3E}">
        <p14:creationId xmlns:p14="http://schemas.microsoft.com/office/powerpoint/2010/main" val="6022736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C516FB-099A-3132-A30F-7EC9098B6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84971" y="2766218"/>
            <a:ext cx="4422058" cy="1325563"/>
          </a:xfrm>
        </p:spPr>
        <p:txBody>
          <a:bodyPr>
            <a:normAutofit/>
          </a:bodyPr>
          <a:lstStyle/>
          <a:p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IN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81411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256</Words>
  <Application>Microsoft Office PowerPoint</Application>
  <PresentationFormat>Widescreen</PresentationFormat>
  <Paragraphs>58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Aptos</vt:lpstr>
      <vt:lpstr>Aptos Display</vt:lpstr>
      <vt:lpstr>Arial</vt:lpstr>
      <vt:lpstr>Calibri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Prashu K</dc:creator>
  <cp:lastModifiedBy>Madhulika Marripudi</cp:lastModifiedBy>
  <cp:revision>2</cp:revision>
  <dcterms:created xsi:type="dcterms:W3CDTF">2026-07-21T13:30:50Z</dcterms:created>
  <dcterms:modified xsi:type="dcterms:W3CDTF">2026-07-22T03:49:22Z</dcterms:modified>
</cp:coreProperties>
</file>